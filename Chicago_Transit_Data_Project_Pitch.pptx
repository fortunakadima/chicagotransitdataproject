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Chicago Transit Data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Unified Real-Time Analytics Platform for CTA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Problem: Fragmented Transit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• 145 bus routes, 8 L lines, 500M+ annual riders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• Data scattered across 3 sources (GTFS, API, OpenStreetMap)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• Nobody connecting the dots → Service gaps invisible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• City can't plan equitably, CTA can't optimize, public can't access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Our Solution: Unified Real-Time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Integrated all 3 data sources into Snowflake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Analyzed 11k stops × 16k amenities → 92.5% coverage insight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Real-time pipeline: Kafka + Flink → 30-second updates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Interactive dashboard: 6 views, &lt;5 min latency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DA5"/>
          </a:solidFill>
          <a:ln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10 GitHub issues resolved | 44 tests passing | 15 Snowflake tables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City planners: Data-driven service optimization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CTA operations: Real-time delay detection &amp; root cause analysis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>
                <a:solidFill>
                  <a:srgbClr val="333333"/>
                </a:solidFill>
              </a:defRPr>
            </a:pPr>
            <a:r>
              <a:t>✓ Open source: Adapt for any city. GitHub • Dashboard • Early adopter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